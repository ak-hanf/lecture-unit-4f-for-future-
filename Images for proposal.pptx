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14"/>
  </p:notesMasterIdLst>
  <p:sldIdLst>
    <p:sldId id="769" r:id="rId2"/>
    <p:sldId id="788" r:id="rId3"/>
    <p:sldId id="789" r:id="rId4"/>
    <p:sldId id="790" r:id="rId5"/>
    <p:sldId id="791" r:id="rId6"/>
    <p:sldId id="792" r:id="rId7"/>
    <p:sldId id="793" r:id="rId8"/>
    <p:sldId id="794" r:id="rId9"/>
    <p:sldId id="795" r:id="rId10"/>
    <p:sldId id="797" r:id="rId11"/>
    <p:sldId id="796" r:id="rId12"/>
    <p:sldId id="779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60949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60949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60949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60949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60949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60949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60949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60949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60949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D"/>
    <a:srgbClr val="F9F9FC"/>
    <a:srgbClr val="E8EBF4"/>
    <a:srgbClr val="FAFAFC"/>
    <a:srgbClr val="F9FAFC"/>
    <a:srgbClr val="F8F9FC"/>
    <a:srgbClr val="4466A9"/>
    <a:srgbClr val="94D3CB"/>
    <a:srgbClr val="F1F3F2"/>
    <a:srgbClr val="007B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0" autoAdjust="0"/>
    <p:restoredTop sz="95243" autoAdjust="0"/>
  </p:normalViewPr>
  <p:slideViewPr>
    <p:cSldViewPr snapToGrid="0">
      <p:cViewPr varScale="1">
        <p:scale>
          <a:sx n="69" d="100"/>
          <a:sy n="69" d="100"/>
        </p:scale>
        <p:origin x="804" y="48"/>
      </p:cViewPr>
      <p:guideLst>
        <p:guide orient="horz" pos="2159"/>
        <p:guide pos="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26A996-BB91-4538-9FEC-B6B0965D4CF9}" type="doc">
      <dgm:prSet loTypeId="urn:microsoft.com/office/officeart/2005/8/layout/radial4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de-DE"/>
        </a:p>
      </dgm:t>
    </dgm:pt>
    <dgm:pt modelId="{A6BFBA88-9320-45CA-AA21-241390731AA7}">
      <dgm:prSet phldrT="[Text]" custT="1"/>
      <dgm:spPr/>
      <dgm:t>
        <a:bodyPr/>
        <a:lstStyle/>
        <a:p>
          <a:r>
            <a:rPr lang="de-DE" sz="3800" b="1" dirty="0" smtClean="0"/>
            <a:t>Synthesis </a:t>
          </a:r>
          <a:r>
            <a:rPr lang="de-DE" sz="3800" b="1" dirty="0" err="1" smtClean="0"/>
            <a:t>methods</a:t>
          </a:r>
          <a:r>
            <a:rPr lang="de-DE" sz="3800" b="1" dirty="0" smtClean="0"/>
            <a:t> </a:t>
          </a:r>
          <a:endParaRPr lang="de-DE" sz="3800" b="1" dirty="0"/>
        </a:p>
      </dgm:t>
    </dgm:pt>
    <dgm:pt modelId="{EDCB9981-E69C-4E93-A5B3-CE849796987F}" type="parTrans" cxnId="{078A0254-7822-4B16-88BE-AB06BC8D9A17}">
      <dgm:prSet/>
      <dgm:spPr/>
      <dgm:t>
        <a:bodyPr/>
        <a:lstStyle/>
        <a:p>
          <a:endParaRPr lang="de-DE" sz="3800"/>
        </a:p>
      </dgm:t>
    </dgm:pt>
    <dgm:pt modelId="{A426195D-5A33-433E-BF20-49167F668288}" type="sibTrans" cxnId="{078A0254-7822-4B16-88BE-AB06BC8D9A17}">
      <dgm:prSet/>
      <dgm:spPr/>
      <dgm:t>
        <a:bodyPr/>
        <a:lstStyle/>
        <a:p>
          <a:endParaRPr lang="de-DE" sz="3800"/>
        </a:p>
      </dgm:t>
    </dgm:pt>
    <dgm:pt modelId="{6ED7E36D-45D7-4447-895B-63AAD6BDD6F2}">
      <dgm:prSet phldrT="[Text]" custT="1"/>
      <dgm:spPr/>
      <dgm:t>
        <a:bodyPr/>
        <a:lstStyle/>
        <a:p>
          <a:r>
            <a:rPr lang="de-DE" sz="3800" dirty="0" smtClean="0"/>
            <a:t>Solution </a:t>
          </a:r>
          <a:r>
            <a:rPr lang="de-DE" sz="3800" dirty="0" err="1" smtClean="0"/>
            <a:t>combustion</a:t>
          </a:r>
          <a:endParaRPr lang="de-DE" sz="3800" dirty="0"/>
        </a:p>
      </dgm:t>
    </dgm:pt>
    <dgm:pt modelId="{0E176933-4008-40A0-BFF5-FD3148E375FE}" type="parTrans" cxnId="{22C576CA-8719-46F9-A098-C69D69DE7C8C}">
      <dgm:prSet/>
      <dgm:spPr/>
      <dgm:t>
        <a:bodyPr/>
        <a:lstStyle/>
        <a:p>
          <a:endParaRPr lang="de-DE" sz="3800"/>
        </a:p>
      </dgm:t>
    </dgm:pt>
    <dgm:pt modelId="{167221BD-BE4D-4BE2-B4DF-F104F9964120}" type="sibTrans" cxnId="{22C576CA-8719-46F9-A098-C69D69DE7C8C}">
      <dgm:prSet/>
      <dgm:spPr/>
      <dgm:t>
        <a:bodyPr/>
        <a:lstStyle/>
        <a:p>
          <a:endParaRPr lang="de-DE" sz="3800"/>
        </a:p>
      </dgm:t>
    </dgm:pt>
    <dgm:pt modelId="{4F6CE94C-00C3-4AF7-9DA0-55CE3D209B7D}">
      <dgm:prSet phldrT="[Text]" custT="1"/>
      <dgm:spPr/>
      <dgm:t>
        <a:bodyPr/>
        <a:lstStyle/>
        <a:p>
          <a:r>
            <a:rPr lang="de-DE" sz="3800" dirty="0" smtClean="0"/>
            <a:t>Sol-Gel</a:t>
          </a:r>
          <a:endParaRPr lang="de-DE" sz="3800" dirty="0"/>
        </a:p>
      </dgm:t>
    </dgm:pt>
    <dgm:pt modelId="{8178DC6F-7DE6-4AA4-B2CC-D4CA04A765CA}" type="parTrans" cxnId="{CD2D15F9-6D5A-40EF-9C6F-6FF4157EBFD2}">
      <dgm:prSet/>
      <dgm:spPr/>
      <dgm:t>
        <a:bodyPr/>
        <a:lstStyle/>
        <a:p>
          <a:endParaRPr lang="de-DE" sz="3800"/>
        </a:p>
      </dgm:t>
    </dgm:pt>
    <dgm:pt modelId="{D157257B-5685-4D45-B906-181C6356B079}" type="sibTrans" cxnId="{CD2D15F9-6D5A-40EF-9C6F-6FF4157EBFD2}">
      <dgm:prSet/>
      <dgm:spPr/>
      <dgm:t>
        <a:bodyPr/>
        <a:lstStyle/>
        <a:p>
          <a:endParaRPr lang="de-DE" sz="3800"/>
        </a:p>
      </dgm:t>
    </dgm:pt>
    <dgm:pt modelId="{C1DA78BC-8240-4D39-9BB5-0CD68E016901}">
      <dgm:prSet phldrT="[Text]" custT="1"/>
      <dgm:spPr/>
      <dgm:t>
        <a:bodyPr/>
        <a:lstStyle/>
        <a:p>
          <a:r>
            <a:rPr lang="de-DE" sz="3800" dirty="0" smtClean="0"/>
            <a:t>Solid </a:t>
          </a:r>
          <a:r>
            <a:rPr lang="de-DE" sz="3800" dirty="0" err="1" smtClean="0"/>
            <a:t>state</a:t>
          </a:r>
          <a:r>
            <a:rPr lang="de-DE" sz="3800" dirty="0" smtClean="0"/>
            <a:t> </a:t>
          </a:r>
          <a:r>
            <a:rPr lang="de-DE" sz="3800" dirty="0" err="1" smtClean="0"/>
            <a:t>synthesis</a:t>
          </a:r>
          <a:r>
            <a:rPr lang="de-DE" sz="3800" dirty="0" smtClean="0"/>
            <a:t> </a:t>
          </a:r>
          <a:endParaRPr lang="de-DE" sz="3800" dirty="0"/>
        </a:p>
      </dgm:t>
    </dgm:pt>
    <dgm:pt modelId="{012CF76C-6898-48AD-9402-2D1B2E2A8D4E}" type="parTrans" cxnId="{393920AD-3314-4E5B-9AFF-7D34FE11CCF1}">
      <dgm:prSet/>
      <dgm:spPr/>
      <dgm:t>
        <a:bodyPr/>
        <a:lstStyle/>
        <a:p>
          <a:endParaRPr lang="de-DE" sz="3800"/>
        </a:p>
      </dgm:t>
    </dgm:pt>
    <dgm:pt modelId="{94D08B07-5487-4C9E-951C-5B2C7F27D916}" type="sibTrans" cxnId="{393920AD-3314-4E5B-9AFF-7D34FE11CCF1}">
      <dgm:prSet/>
      <dgm:spPr/>
      <dgm:t>
        <a:bodyPr/>
        <a:lstStyle/>
        <a:p>
          <a:endParaRPr lang="de-DE" sz="3800"/>
        </a:p>
      </dgm:t>
    </dgm:pt>
    <dgm:pt modelId="{CF103E0D-ADF1-4B34-98F0-F77D563B265C}">
      <dgm:prSet phldrT="[Text]" custT="1"/>
      <dgm:spPr/>
      <dgm:t>
        <a:bodyPr/>
        <a:lstStyle/>
        <a:p>
          <a:r>
            <a:rPr lang="de-DE" sz="3800" dirty="0" smtClean="0"/>
            <a:t>Chemical </a:t>
          </a:r>
          <a:r>
            <a:rPr lang="de-DE" sz="3800" dirty="0" err="1" smtClean="0"/>
            <a:t>reduction</a:t>
          </a:r>
          <a:r>
            <a:rPr lang="de-DE" sz="3800" dirty="0" smtClean="0"/>
            <a:t> </a:t>
          </a:r>
          <a:endParaRPr lang="de-DE" sz="3800" dirty="0"/>
        </a:p>
      </dgm:t>
    </dgm:pt>
    <dgm:pt modelId="{9887C680-71EB-4889-BCC4-01DF7CBEFEA8}" type="parTrans" cxnId="{1A3FFB9E-055C-44B0-BEB5-E72EF20330BB}">
      <dgm:prSet/>
      <dgm:spPr/>
      <dgm:t>
        <a:bodyPr/>
        <a:lstStyle/>
        <a:p>
          <a:endParaRPr lang="de-DE" sz="3800"/>
        </a:p>
      </dgm:t>
    </dgm:pt>
    <dgm:pt modelId="{A36A8CE3-8A3B-4240-9A4B-22772CFCCDD3}" type="sibTrans" cxnId="{1A3FFB9E-055C-44B0-BEB5-E72EF20330BB}">
      <dgm:prSet/>
      <dgm:spPr/>
      <dgm:t>
        <a:bodyPr/>
        <a:lstStyle/>
        <a:p>
          <a:endParaRPr lang="de-DE" sz="3800"/>
        </a:p>
      </dgm:t>
    </dgm:pt>
    <dgm:pt modelId="{3A4B4A58-6A88-43CD-B43F-CA095D1FA553}">
      <dgm:prSet phldrT="[Text]" phldr="1"/>
      <dgm:spPr/>
      <dgm:t>
        <a:bodyPr/>
        <a:lstStyle/>
        <a:p>
          <a:endParaRPr lang="de-DE" sz="3800"/>
        </a:p>
      </dgm:t>
    </dgm:pt>
    <dgm:pt modelId="{F20785E8-E9DF-4EAD-8605-5EA61C16D6E9}" type="parTrans" cxnId="{2312B037-8AA5-46F2-8114-F432CF6DC854}">
      <dgm:prSet/>
      <dgm:spPr/>
      <dgm:t>
        <a:bodyPr/>
        <a:lstStyle/>
        <a:p>
          <a:endParaRPr lang="de-DE" sz="3800"/>
        </a:p>
      </dgm:t>
    </dgm:pt>
    <dgm:pt modelId="{3D5650DB-B7C7-4E56-9B31-7C33EC1ABA1D}" type="sibTrans" cxnId="{2312B037-8AA5-46F2-8114-F432CF6DC854}">
      <dgm:prSet/>
      <dgm:spPr/>
      <dgm:t>
        <a:bodyPr/>
        <a:lstStyle/>
        <a:p>
          <a:endParaRPr lang="de-DE" sz="3800"/>
        </a:p>
      </dgm:t>
    </dgm:pt>
    <dgm:pt modelId="{9FC94125-FEA3-492A-BC9E-2F4FFE36202D}">
      <dgm:prSet phldrT="[Text]" custT="1"/>
      <dgm:spPr/>
      <dgm:t>
        <a:bodyPr/>
        <a:lstStyle/>
        <a:p>
          <a:r>
            <a:rPr lang="de-DE" sz="3800" dirty="0" err="1" smtClean="0"/>
            <a:t>Precipitation</a:t>
          </a:r>
          <a:endParaRPr lang="de-DE" sz="3800" dirty="0"/>
        </a:p>
      </dgm:t>
    </dgm:pt>
    <dgm:pt modelId="{E2C3FE83-8A0A-4E97-B50F-9689D2B10C2F}" type="parTrans" cxnId="{B7B54224-762A-46A8-8152-8D1A162458C2}">
      <dgm:prSet/>
      <dgm:spPr/>
      <dgm:t>
        <a:bodyPr/>
        <a:lstStyle/>
        <a:p>
          <a:endParaRPr lang="de-DE" sz="3800"/>
        </a:p>
      </dgm:t>
    </dgm:pt>
    <dgm:pt modelId="{AAD16953-2571-4803-8614-C02DB100BBAA}" type="sibTrans" cxnId="{B7B54224-762A-46A8-8152-8D1A162458C2}">
      <dgm:prSet/>
      <dgm:spPr/>
      <dgm:t>
        <a:bodyPr/>
        <a:lstStyle/>
        <a:p>
          <a:endParaRPr lang="de-DE" sz="3800"/>
        </a:p>
      </dgm:t>
    </dgm:pt>
    <dgm:pt modelId="{0F2D3298-AE02-45C2-AB14-C4EB5B30C13A}">
      <dgm:prSet phldrT="[Text]" custT="1"/>
      <dgm:spPr/>
      <dgm:t>
        <a:bodyPr/>
        <a:lstStyle/>
        <a:p>
          <a:r>
            <a:rPr lang="de-DE" sz="3800" dirty="0" err="1" smtClean="0"/>
            <a:t>Solvo</a:t>
          </a:r>
          <a:r>
            <a:rPr lang="de-DE" sz="3800" dirty="0" smtClean="0"/>
            <a:t> </a:t>
          </a:r>
          <a:r>
            <a:rPr lang="de-DE" sz="3800" dirty="0" err="1" smtClean="0"/>
            <a:t>and</a:t>
          </a:r>
          <a:r>
            <a:rPr lang="de-DE" sz="3800" dirty="0" smtClean="0"/>
            <a:t> hydrothermal</a:t>
          </a:r>
          <a:endParaRPr lang="de-DE" sz="3800" dirty="0"/>
        </a:p>
      </dgm:t>
    </dgm:pt>
    <dgm:pt modelId="{F9A51052-BDBD-4320-81BB-7CCB9CD9F95F}" type="parTrans" cxnId="{F8D0F361-6159-43A3-AE14-2BD90DFAA1E5}">
      <dgm:prSet/>
      <dgm:spPr/>
      <dgm:t>
        <a:bodyPr/>
        <a:lstStyle/>
        <a:p>
          <a:endParaRPr lang="de-DE" sz="3800"/>
        </a:p>
      </dgm:t>
    </dgm:pt>
    <dgm:pt modelId="{30F6E23D-1D64-49B3-8E4E-972DC42B60CE}" type="sibTrans" cxnId="{F8D0F361-6159-43A3-AE14-2BD90DFAA1E5}">
      <dgm:prSet/>
      <dgm:spPr/>
      <dgm:t>
        <a:bodyPr/>
        <a:lstStyle/>
        <a:p>
          <a:endParaRPr lang="de-DE" sz="3800"/>
        </a:p>
      </dgm:t>
    </dgm:pt>
    <dgm:pt modelId="{9F550B68-0707-4F84-9F77-F0B42FDCA004}">
      <dgm:prSet phldrT="[Text]" custT="1"/>
      <dgm:spPr/>
      <dgm:t>
        <a:bodyPr/>
        <a:lstStyle/>
        <a:p>
          <a:r>
            <a:rPr lang="de-DE" sz="3800" dirty="0" smtClean="0"/>
            <a:t>Ball </a:t>
          </a:r>
          <a:r>
            <a:rPr lang="de-DE" sz="3800" dirty="0" err="1" smtClean="0"/>
            <a:t>milling</a:t>
          </a:r>
          <a:r>
            <a:rPr lang="de-DE" sz="3800" dirty="0" smtClean="0"/>
            <a:t> </a:t>
          </a:r>
          <a:endParaRPr lang="de-DE" sz="3800" dirty="0"/>
        </a:p>
      </dgm:t>
    </dgm:pt>
    <dgm:pt modelId="{59409EED-DBCF-4C19-9E96-6243B23F9AF9}" type="parTrans" cxnId="{F2466A01-575F-4129-A9DE-4456ED7B2E03}">
      <dgm:prSet/>
      <dgm:spPr/>
      <dgm:t>
        <a:bodyPr/>
        <a:lstStyle/>
        <a:p>
          <a:endParaRPr lang="de-DE" sz="3800"/>
        </a:p>
      </dgm:t>
    </dgm:pt>
    <dgm:pt modelId="{56C3130F-E0B4-4800-8B0C-E067D5E9E31E}" type="sibTrans" cxnId="{F2466A01-575F-4129-A9DE-4456ED7B2E03}">
      <dgm:prSet/>
      <dgm:spPr/>
      <dgm:t>
        <a:bodyPr/>
        <a:lstStyle/>
        <a:p>
          <a:endParaRPr lang="de-DE" sz="3800"/>
        </a:p>
      </dgm:t>
    </dgm:pt>
    <dgm:pt modelId="{39AFBDBC-C4F2-4D86-B008-030EFDACF292}" type="pres">
      <dgm:prSet presAssocID="{A426A996-BB91-4538-9FEC-B6B0965D4CF9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CF4275FB-3788-4F93-BFC9-962C9A125842}" type="pres">
      <dgm:prSet presAssocID="{A6BFBA88-9320-45CA-AA21-241390731AA7}" presName="centerShape" presStyleLbl="node0" presStyleIdx="0" presStyleCnt="1"/>
      <dgm:spPr/>
      <dgm:t>
        <a:bodyPr/>
        <a:lstStyle/>
        <a:p>
          <a:endParaRPr lang="de-DE"/>
        </a:p>
      </dgm:t>
    </dgm:pt>
    <dgm:pt modelId="{AA67B7C4-F701-4207-A85D-304784F8C062}" type="pres">
      <dgm:prSet presAssocID="{0E176933-4008-40A0-BFF5-FD3148E375FE}" presName="parTrans" presStyleLbl="bgSibTrans2D1" presStyleIdx="0" presStyleCnt="7"/>
      <dgm:spPr/>
      <dgm:t>
        <a:bodyPr/>
        <a:lstStyle/>
        <a:p>
          <a:endParaRPr lang="de-DE"/>
        </a:p>
      </dgm:t>
    </dgm:pt>
    <dgm:pt modelId="{397F7563-E6D6-457D-BC0C-1A4AC8B5C344}" type="pres">
      <dgm:prSet presAssocID="{6ED7E36D-45D7-4447-895B-63AAD6BDD6F2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5C1BB045-8F19-4C20-AE1D-2AA4517F81A6}" type="pres">
      <dgm:prSet presAssocID="{E2C3FE83-8A0A-4E97-B50F-9689D2B10C2F}" presName="parTrans" presStyleLbl="bgSibTrans2D1" presStyleIdx="1" presStyleCnt="7"/>
      <dgm:spPr/>
      <dgm:t>
        <a:bodyPr/>
        <a:lstStyle/>
        <a:p>
          <a:endParaRPr lang="de-DE"/>
        </a:p>
      </dgm:t>
    </dgm:pt>
    <dgm:pt modelId="{7B3985B9-146D-4DFC-A41D-EB49F179C365}" type="pres">
      <dgm:prSet presAssocID="{9FC94125-FEA3-492A-BC9E-2F4FFE36202D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6431EEE-9BBA-4F3E-A82E-489EAD07A896}" type="pres">
      <dgm:prSet presAssocID="{F9A51052-BDBD-4320-81BB-7CCB9CD9F95F}" presName="parTrans" presStyleLbl="bgSibTrans2D1" presStyleIdx="2" presStyleCnt="7"/>
      <dgm:spPr/>
      <dgm:t>
        <a:bodyPr/>
        <a:lstStyle/>
        <a:p>
          <a:endParaRPr lang="de-DE"/>
        </a:p>
      </dgm:t>
    </dgm:pt>
    <dgm:pt modelId="{52D69070-554F-4D88-B48F-9AE415F6ACF8}" type="pres">
      <dgm:prSet presAssocID="{0F2D3298-AE02-45C2-AB14-C4EB5B30C13A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0B5F0D4-0E7F-4CBC-8174-DB02E4068A37}" type="pres">
      <dgm:prSet presAssocID="{59409EED-DBCF-4C19-9E96-6243B23F9AF9}" presName="parTrans" presStyleLbl="bgSibTrans2D1" presStyleIdx="3" presStyleCnt="7"/>
      <dgm:spPr/>
      <dgm:t>
        <a:bodyPr/>
        <a:lstStyle/>
        <a:p>
          <a:endParaRPr lang="de-DE"/>
        </a:p>
      </dgm:t>
    </dgm:pt>
    <dgm:pt modelId="{E09C124D-183F-4EA2-BF22-9B9C4CED05EF}" type="pres">
      <dgm:prSet presAssocID="{9F550B68-0707-4F84-9F77-F0B42FDCA004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AD7E46D-C984-4836-B7DF-3A6AB724CE46}" type="pres">
      <dgm:prSet presAssocID="{8178DC6F-7DE6-4AA4-B2CC-D4CA04A765CA}" presName="parTrans" presStyleLbl="bgSibTrans2D1" presStyleIdx="4" presStyleCnt="7"/>
      <dgm:spPr/>
      <dgm:t>
        <a:bodyPr/>
        <a:lstStyle/>
        <a:p>
          <a:endParaRPr lang="de-DE"/>
        </a:p>
      </dgm:t>
    </dgm:pt>
    <dgm:pt modelId="{66349B4B-AE7C-4045-A6D2-11B317538C29}" type="pres">
      <dgm:prSet presAssocID="{4F6CE94C-00C3-4AF7-9DA0-55CE3D209B7D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84E94E9-7795-4BFD-88B2-F6CF1213F1D9}" type="pres">
      <dgm:prSet presAssocID="{012CF76C-6898-48AD-9402-2D1B2E2A8D4E}" presName="parTrans" presStyleLbl="bgSibTrans2D1" presStyleIdx="5" presStyleCnt="7"/>
      <dgm:spPr/>
      <dgm:t>
        <a:bodyPr/>
        <a:lstStyle/>
        <a:p>
          <a:endParaRPr lang="de-DE"/>
        </a:p>
      </dgm:t>
    </dgm:pt>
    <dgm:pt modelId="{EFBD7D5A-049D-454F-9196-21243226CE0C}" type="pres">
      <dgm:prSet presAssocID="{C1DA78BC-8240-4D39-9BB5-0CD68E016901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F8643DB2-4985-46C9-835B-026E6E8EFFB3}" type="pres">
      <dgm:prSet presAssocID="{9887C680-71EB-4889-BCC4-01DF7CBEFEA8}" presName="parTrans" presStyleLbl="bgSibTrans2D1" presStyleIdx="6" presStyleCnt="7"/>
      <dgm:spPr/>
      <dgm:t>
        <a:bodyPr/>
        <a:lstStyle/>
        <a:p>
          <a:endParaRPr lang="de-DE"/>
        </a:p>
      </dgm:t>
    </dgm:pt>
    <dgm:pt modelId="{987C213F-6E8C-4E79-8C9E-45F421DBC6EC}" type="pres">
      <dgm:prSet presAssocID="{CF103E0D-ADF1-4B34-98F0-F77D563B265C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1A3FFB9E-055C-44B0-BEB5-E72EF20330BB}" srcId="{A6BFBA88-9320-45CA-AA21-241390731AA7}" destId="{CF103E0D-ADF1-4B34-98F0-F77D563B265C}" srcOrd="6" destOrd="0" parTransId="{9887C680-71EB-4889-BCC4-01DF7CBEFEA8}" sibTransId="{A36A8CE3-8A3B-4240-9A4B-22772CFCCDD3}"/>
    <dgm:cxn modelId="{BB12EA83-6468-4424-9E01-FBD829DE56B1}" type="presOf" srcId="{9FC94125-FEA3-492A-BC9E-2F4FFE36202D}" destId="{7B3985B9-146D-4DFC-A41D-EB49F179C365}" srcOrd="0" destOrd="0" presId="urn:microsoft.com/office/officeart/2005/8/layout/radial4"/>
    <dgm:cxn modelId="{7B0EA53A-CD1F-4C9F-AD82-CF88D69A8171}" type="presOf" srcId="{0F2D3298-AE02-45C2-AB14-C4EB5B30C13A}" destId="{52D69070-554F-4D88-B48F-9AE415F6ACF8}" srcOrd="0" destOrd="0" presId="urn:microsoft.com/office/officeart/2005/8/layout/radial4"/>
    <dgm:cxn modelId="{F8D0F361-6159-43A3-AE14-2BD90DFAA1E5}" srcId="{A6BFBA88-9320-45CA-AA21-241390731AA7}" destId="{0F2D3298-AE02-45C2-AB14-C4EB5B30C13A}" srcOrd="2" destOrd="0" parTransId="{F9A51052-BDBD-4320-81BB-7CCB9CD9F95F}" sibTransId="{30F6E23D-1D64-49B3-8E4E-972DC42B60CE}"/>
    <dgm:cxn modelId="{22C576CA-8719-46F9-A098-C69D69DE7C8C}" srcId="{A6BFBA88-9320-45CA-AA21-241390731AA7}" destId="{6ED7E36D-45D7-4447-895B-63AAD6BDD6F2}" srcOrd="0" destOrd="0" parTransId="{0E176933-4008-40A0-BFF5-FD3148E375FE}" sibTransId="{167221BD-BE4D-4BE2-B4DF-F104F9964120}"/>
    <dgm:cxn modelId="{393920AD-3314-4E5B-9AFF-7D34FE11CCF1}" srcId="{A6BFBA88-9320-45CA-AA21-241390731AA7}" destId="{C1DA78BC-8240-4D39-9BB5-0CD68E016901}" srcOrd="5" destOrd="0" parTransId="{012CF76C-6898-48AD-9402-2D1B2E2A8D4E}" sibTransId="{94D08B07-5487-4C9E-951C-5B2C7F27D916}"/>
    <dgm:cxn modelId="{2312B037-8AA5-46F2-8114-F432CF6DC854}" srcId="{A426A996-BB91-4538-9FEC-B6B0965D4CF9}" destId="{3A4B4A58-6A88-43CD-B43F-CA095D1FA553}" srcOrd="1" destOrd="0" parTransId="{F20785E8-E9DF-4EAD-8605-5EA61C16D6E9}" sibTransId="{3D5650DB-B7C7-4E56-9B31-7C33EC1ABA1D}"/>
    <dgm:cxn modelId="{73CBEED3-E9FD-4CD3-8340-9BD00DBCF9FF}" type="presOf" srcId="{9887C680-71EB-4889-BCC4-01DF7CBEFEA8}" destId="{F8643DB2-4985-46C9-835B-026E6E8EFFB3}" srcOrd="0" destOrd="0" presId="urn:microsoft.com/office/officeart/2005/8/layout/radial4"/>
    <dgm:cxn modelId="{9C80E5DB-06DD-44A1-B904-FCB1FF8D1B40}" type="presOf" srcId="{9F550B68-0707-4F84-9F77-F0B42FDCA004}" destId="{E09C124D-183F-4EA2-BF22-9B9C4CED05EF}" srcOrd="0" destOrd="0" presId="urn:microsoft.com/office/officeart/2005/8/layout/radial4"/>
    <dgm:cxn modelId="{99C54069-960F-4D4C-A0E1-E2EDA960095A}" type="presOf" srcId="{E2C3FE83-8A0A-4E97-B50F-9689D2B10C2F}" destId="{5C1BB045-8F19-4C20-AE1D-2AA4517F81A6}" srcOrd="0" destOrd="0" presId="urn:microsoft.com/office/officeart/2005/8/layout/radial4"/>
    <dgm:cxn modelId="{078A0254-7822-4B16-88BE-AB06BC8D9A17}" srcId="{A426A996-BB91-4538-9FEC-B6B0965D4CF9}" destId="{A6BFBA88-9320-45CA-AA21-241390731AA7}" srcOrd="0" destOrd="0" parTransId="{EDCB9981-E69C-4E93-A5B3-CE849796987F}" sibTransId="{A426195D-5A33-433E-BF20-49167F668288}"/>
    <dgm:cxn modelId="{45DAEC2B-B9E1-4DF5-B2FA-8FCF95A88AD7}" type="presOf" srcId="{012CF76C-6898-48AD-9402-2D1B2E2A8D4E}" destId="{A84E94E9-7795-4BFD-88B2-F6CF1213F1D9}" srcOrd="0" destOrd="0" presId="urn:microsoft.com/office/officeart/2005/8/layout/radial4"/>
    <dgm:cxn modelId="{A44BB4BF-1EF5-4207-960F-97F9DCB824BA}" type="presOf" srcId="{A6BFBA88-9320-45CA-AA21-241390731AA7}" destId="{CF4275FB-3788-4F93-BFC9-962C9A125842}" srcOrd="0" destOrd="0" presId="urn:microsoft.com/office/officeart/2005/8/layout/radial4"/>
    <dgm:cxn modelId="{B7B54224-762A-46A8-8152-8D1A162458C2}" srcId="{A6BFBA88-9320-45CA-AA21-241390731AA7}" destId="{9FC94125-FEA3-492A-BC9E-2F4FFE36202D}" srcOrd="1" destOrd="0" parTransId="{E2C3FE83-8A0A-4E97-B50F-9689D2B10C2F}" sibTransId="{AAD16953-2571-4803-8614-C02DB100BBAA}"/>
    <dgm:cxn modelId="{F2466A01-575F-4129-A9DE-4456ED7B2E03}" srcId="{A6BFBA88-9320-45CA-AA21-241390731AA7}" destId="{9F550B68-0707-4F84-9F77-F0B42FDCA004}" srcOrd="3" destOrd="0" parTransId="{59409EED-DBCF-4C19-9E96-6243B23F9AF9}" sibTransId="{56C3130F-E0B4-4800-8B0C-E067D5E9E31E}"/>
    <dgm:cxn modelId="{12507F3D-B9BA-423A-A376-12AB1AADE5BC}" type="presOf" srcId="{A426A996-BB91-4538-9FEC-B6B0965D4CF9}" destId="{39AFBDBC-C4F2-4D86-B008-030EFDACF292}" srcOrd="0" destOrd="0" presId="urn:microsoft.com/office/officeart/2005/8/layout/radial4"/>
    <dgm:cxn modelId="{ACE10E0F-0A34-4349-92A4-20A9BD786E02}" type="presOf" srcId="{8178DC6F-7DE6-4AA4-B2CC-D4CA04A765CA}" destId="{9AD7E46D-C984-4836-B7DF-3A6AB724CE46}" srcOrd="0" destOrd="0" presId="urn:microsoft.com/office/officeart/2005/8/layout/radial4"/>
    <dgm:cxn modelId="{360FE14C-B531-45F6-BE50-55EBF67E634F}" type="presOf" srcId="{F9A51052-BDBD-4320-81BB-7CCB9CD9F95F}" destId="{96431EEE-9BBA-4F3E-A82E-489EAD07A896}" srcOrd="0" destOrd="0" presId="urn:microsoft.com/office/officeart/2005/8/layout/radial4"/>
    <dgm:cxn modelId="{96FF93F4-CEB2-4DD9-BBB8-5766AF2CC0CC}" type="presOf" srcId="{C1DA78BC-8240-4D39-9BB5-0CD68E016901}" destId="{EFBD7D5A-049D-454F-9196-21243226CE0C}" srcOrd="0" destOrd="0" presId="urn:microsoft.com/office/officeart/2005/8/layout/radial4"/>
    <dgm:cxn modelId="{8A057564-E10D-49C2-AF21-D056B443F77A}" type="presOf" srcId="{0E176933-4008-40A0-BFF5-FD3148E375FE}" destId="{AA67B7C4-F701-4207-A85D-304784F8C062}" srcOrd="0" destOrd="0" presId="urn:microsoft.com/office/officeart/2005/8/layout/radial4"/>
    <dgm:cxn modelId="{03885B7A-F880-49E8-BB25-A4459693E13C}" type="presOf" srcId="{4F6CE94C-00C3-4AF7-9DA0-55CE3D209B7D}" destId="{66349B4B-AE7C-4045-A6D2-11B317538C29}" srcOrd="0" destOrd="0" presId="urn:microsoft.com/office/officeart/2005/8/layout/radial4"/>
    <dgm:cxn modelId="{6D46DD4D-ADA3-422C-ADAA-4346E0B1268A}" type="presOf" srcId="{59409EED-DBCF-4C19-9E96-6243B23F9AF9}" destId="{E0B5F0D4-0E7F-4CBC-8174-DB02E4068A37}" srcOrd="0" destOrd="0" presId="urn:microsoft.com/office/officeart/2005/8/layout/radial4"/>
    <dgm:cxn modelId="{410FE050-D221-48C8-A432-F07375D42C21}" type="presOf" srcId="{CF103E0D-ADF1-4B34-98F0-F77D563B265C}" destId="{987C213F-6E8C-4E79-8C9E-45F421DBC6EC}" srcOrd="0" destOrd="0" presId="urn:microsoft.com/office/officeart/2005/8/layout/radial4"/>
    <dgm:cxn modelId="{A95C0A04-C877-4F45-BD2B-C07093CE6E61}" type="presOf" srcId="{6ED7E36D-45D7-4447-895B-63AAD6BDD6F2}" destId="{397F7563-E6D6-457D-BC0C-1A4AC8B5C344}" srcOrd="0" destOrd="0" presId="urn:microsoft.com/office/officeart/2005/8/layout/radial4"/>
    <dgm:cxn modelId="{CD2D15F9-6D5A-40EF-9C6F-6FF4157EBFD2}" srcId="{A6BFBA88-9320-45CA-AA21-241390731AA7}" destId="{4F6CE94C-00C3-4AF7-9DA0-55CE3D209B7D}" srcOrd="4" destOrd="0" parTransId="{8178DC6F-7DE6-4AA4-B2CC-D4CA04A765CA}" sibTransId="{D157257B-5685-4D45-B906-181C6356B079}"/>
    <dgm:cxn modelId="{50875DB4-AF61-4688-9D58-C7BE852DBD4B}" type="presParOf" srcId="{39AFBDBC-C4F2-4D86-B008-030EFDACF292}" destId="{CF4275FB-3788-4F93-BFC9-962C9A125842}" srcOrd="0" destOrd="0" presId="urn:microsoft.com/office/officeart/2005/8/layout/radial4"/>
    <dgm:cxn modelId="{66B73579-1E27-456B-83AA-908F6029C1D0}" type="presParOf" srcId="{39AFBDBC-C4F2-4D86-B008-030EFDACF292}" destId="{AA67B7C4-F701-4207-A85D-304784F8C062}" srcOrd="1" destOrd="0" presId="urn:microsoft.com/office/officeart/2005/8/layout/radial4"/>
    <dgm:cxn modelId="{ECCD0D2D-CA48-4779-9587-540656D4F057}" type="presParOf" srcId="{39AFBDBC-C4F2-4D86-B008-030EFDACF292}" destId="{397F7563-E6D6-457D-BC0C-1A4AC8B5C344}" srcOrd="2" destOrd="0" presId="urn:microsoft.com/office/officeart/2005/8/layout/radial4"/>
    <dgm:cxn modelId="{EEDA229F-FBA8-40CB-B46F-75AAA2D641CF}" type="presParOf" srcId="{39AFBDBC-C4F2-4D86-B008-030EFDACF292}" destId="{5C1BB045-8F19-4C20-AE1D-2AA4517F81A6}" srcOrd="3" destOrd="0" presId="urn:microsoft.com/office/officeart/2005/8/layout/radial4"/>
    <dgm:cxn modelId="{FE5E06C9-C62C-47C5-9BD6-455DE95796FC}" type="presParOf" srcId="{39AFBDBC-C4F2-4D86-B008-030EFDACF292}" destId="{7B3985B9-146D-4DFC-A41D-EB49F179C365}" srcOrd="4" destOrd="0" presId="urn:microsoft.com/office/officeart/2005/8/layout/radial4"/>
    <dgm:cxn modelId="{9973CD23-4625-47F0-8B03-085F3EFD4B5C}" type="presParOf" srcId="{39AFBDBC-C4F2-4D86-B008-030EFDACF292}" destId="{96431EEE-9BBA-4F3E-A82E-489EAD07A896}" srcOrd="5" destOrd="0" presId="urn:microsoft.com/office/officeart/2005/8/layout/radial4"/>
    <dgm:cxn modelId="{CE4EA9E3-CE45-4889-86BF-1E72C6000E30}" type="presParOf" srcId="{39AFBDBC-C4F2-4D86-B008-030EFDACF292}" destId="{52D69070-554F-4D88-B48F-9AE415F6ACF8}" srcOrd="6" destOrd="0" presId="urn:microsoft.com/office/officeart/2005/8/layout/radial4"/>
    <dgm:cxn modelId="{6A4F8463-8C82-470F-BD0B-14DCA9198564}" type="presParOf" srcId="{39AFBDBC-C4F2-4D86-B008-030EFDACF292}" destId="{E0B5F0D4-0E7F-4CBC-8174-DB02E4068A37}" srcOrd="7" destOrd="0" presId="urn:microsoft.com/office/officeart/2005/8/layout/radial4"/>
    <dgm:cxn modelId="{D09857C0-7AFB-4CCB-8673-BBE932C6C33C}" type="presParOf" srcId="{39AFBDBC-C4F2-4D86-B008-030EFDACF292}" destId="{E09C124D-183F-4EA2-BF22-9B9C4CED05EF}" srcOrd="8" destOrd="0" presId="urn:microsoft.com/office/officeart/2005/8/layout/radial4"/>
    <dgm:cxn modelId="{0483560E-1C39-449F-8B4F-DEDD22B25BF7}" type="presParOf" srcId="{39AFBDBC-C4F2-4D86-B008-030EFDACF292}" destId="{9AD7E46D-C984-4836-B7DF-3A6AB724CE46}" srcOrd="9" destOrd="0" presId="urn:microsoft.com/office/officeart/2005/8/layout/radial4"/>
    <dgm:cxn modelId="{4DF8740F-D3AC-4B60-82AB-39AE6DC91BA3}" type="presParOf" srcId="{39AFBDBC-C4F2-4D86-B008-030EFDACF292}" destId="{66349B4B-AE7C-4045-A6D2-11B317538C29}" srcOrd="10" destOrd="0" presId="urn:microsoft.com/office/officeart/2005/8/layout/radial4"/>
    <dgm:cxn modelId="{A054F9BA-ADB5-4A07-95E2-6EC68AE8027A}" type="presParOf" srcId="{39AFBDBC-C4F2-4D86-B008-030EFDACF292}" destId="{A84E94E9-7795-4BFD-88B2-F6CF1213F1D9}" srcOrd="11" destOrd="0" presId="urn:microsoft.com/office/officeart/2005/8/layout/radial4"/>
    <dgm:cxn modelId="{74DB755A-5126-4B03-BFE6-24B2035D841C}" type="presParOf" srcId="{39AFBDBC-C4F2-4D86-B008-030EFDACF292}" destId="{EFBD7D5A-049D-454F-9196-21243226CE0C}" srcOrd="12" destOrd="0" presId="urn:microsoft.com/office/officeart/2005/8/layout/radial4"/>
    <dgm:cxn modelId="{B460517B-7F51-4117-946A-545F957D8B92}" type="presParOf" srcId="{39AFBDBC-C4F2-4D86-B008-030EFDACF292}" destId="{F8643DB2-4985-46C9-835B-026E6E8EFFB3}" srcOrd="13" destOrd="0" presId="urn:microsoft.com/office/officeart/2005/8/layout/radial4"/>
    <dgm:cxn modelId="{E04C588F-6AE7-4C29-8464-13D4E688FBB7}" type="presParOf" srcId="{39AFBDBC-C4F2-4D86-B008-030EFDACF292}" destId="{987C213F-6E8C-4E79-8C9E-45F421DBC6EC}" srcOrd="1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4275FB-3788-4F93-BFC9-962C9A125842}">
      <dsp:nvSpPr>
        <dsp:cNvPr id="0" name=""/>
        <dsp:cNvSpPr/>
      </dsp:nvSpPr>
      <dsp:spPr>
        <a:xfrm>
          <a:off x="6735022" y="6594746"/>
          <a:ext cx="4438713" cy="443871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800" b="1" kern="1200" dirty="0" smtClean="0"/>
            <a:t>Synthesis </a:t>
          </a:r>
          <a:r>
            <a:rPr lang="de-DE" sz="3800" b="1" kern="1200" dirty="0" err="1" smtClean="0"/>
            <a:t>methods</a:t>
          </a:r>
          <a:r>
            <a:rPr lang="de-DE" sz="3800" b="1" kern="1200" dirty="0" smtClean="0"/>
            <a:t> </a:t>
          </a:r>
          <a:endParaRPr lang="de-DE" sz="3800" b="1" kern="1200" dirty="0"/>
        </a:p>
      </dsp:txBody>
      <dsp:txXfrm>
        <a:off x="7385056" y="7244780"/>
        <a:ext cx="3138645" cy="3138645"/>
      </dsp:txXfrm>
    </dsp:sp>
    <dsp:sp modelId="{AA67B7C4-F701-4207-A85D-304784F8C062}">
      <dsp:nvSpPr>
        <dsp:cNvPr id="0" name=""/>
        <dsp:cNvSpPr/>
      </dsp:nvSpPr>
      <dsp:spPr>
        <a:xfrm rot="10800000">
          <a:off x="1558428" y="8181586"/>
          <a:ext cx="4891881" cy="1265033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7F7563-E6D6-457D-BC0C-1A4AC8B5C344}">
      <dsp:nvSpPr>
        <dsp:cNvPr id="0" name=""/>
        <dsp:cNvSpPr/>
      </dsp:nvSpPr>
      <dsp:spPr>
        <a:xfrm>
          <a:off x="4878" y="7571263"/>
          <a:ext cx="3107099" cy="248567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800" kern="1200" dirty="0" smtClean="0"/>
            <a:t>Solution </a:t>
          </a:r>
          <a:r>
            <a:rPr lang="de-DE" sz="3800" kern="1200" dirty="0" err="1" smtClean="0"/>
            <a:t>combustion</a:t>
          </a:r>
          <a:endParaRPr lang="de-DE" sz="3800" kern="1200" dirty="0"/>
        </a:p>
      </dsp:txBody>
      <dsp:txXfrm>
        <a:off x="77681" y="7644066"/>
        <a:ext cx="2961493" cy="2340073"/>
      </dsp:txXfrm>
    </dsp:sp>
    <dsp:sp modelId="{5C1BB045-8F19-4C20-AE1D-2AA4517F81A6}">
      <dsp:nvSpPr>
        <dsp:cNvPr id="0" name=""/>
        <dsp:cNvSpPr/>
      </dsp:nvSpPr>
      <dsp:spPr>
        <a:xfrm rot="12600000">
          <a:off x="2221603" y="5706581"/>
          <a:ext cx="4891881" cy="1265033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2352614"/>
            <a:satOff val="5286"/>
            <a:lumOff val="-205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3985B9-146D-4DFC-A41D-EB49F179C365}">
      <dsp:nvSpPr>
        <dsp:cNvPr id="0" name=""/>
        <dsp:cNvSpPr/>
      </dsp:nvSpPr>
      <dsp:spPr>
        <a:xfrm>
          <a:off x="995747" y="3873288"/>
          <a:ext cx="3107099" cy="2485679"/>
        </a:xfrm>
        <a:prstGeom prst="roundRect">
          <a:avLst>
            <a:gd name="adj" fmla="val 10000"/>
          </a:avLst>
        </a:prstGeom>
        <a:solidFill>
          <a:schemeClr val="accent3">
            <a:hueOff val="2352614"/>
            <a:satOff val="5286"/>
            <a:lumOff val="-2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800" kern="1200" dirty="0" err="1" smtClean="0"/>
            <a:t>Precipitation</a:t>
          </a:r>
          <a:endParaRPr lang="de-DE" sz="3800" kern="1200" dirty="0"/>
        </a:p>
      </dsp:txBody>
      <dsp:txXfrm>
        <a:off x="1068550" y="3946091"/>
        <a:ext cx="2961493" cy="2340073"/>
      </dsp:txXfrm>
    </dsp:sp>
    <dsp:sp modelId="{96431EEE-9BBA-4F3E-A82E-489EAD07A896}">
      <dsp:nvSpPr>
        <dsp:cNvPr id="0" name=""/>
        <dsp:cNvSpPr/>
      </dsp:nvSpPr>
      <dsp:spPr>
        <a:xfrm rot="14400000">
          <a:off x="4033433" y="3894752"/>
          <a:ext cx="4891881" cy="1265033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4705227"/>
            <a:satOff val="10572"/>
            <a:lumOff val="-411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69070-554F-4D88-B48F-9AE415F6ACF8}">
      <dsp:nvSpPr>
        <dsp:cNvPr id="0" name=""/>
        <dsp:cNvSpPr/>
      </dsp:nvSpPr>
      <dsp:spPr>
        <a:xfrm>
          <a:off x="3702853" y="1166182"/>
          <a:ext cx="3107099" cy="2485679"/>
        </a:xfrm>
        <a:prstGeom prst="roundRect">
          <a:avLst>
            <a:gd name="adj" fmla="val 10000"/>
          </a:avLst>
        </a:prstGeom>
        <a:solidFill>
          <a:schemeClr val="accent3">
            <a:hueOff val="4705227"/>
            <a:satOff val="10572"/>
            <a:lumOff val="-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800" kern="1200" dirty="0" err="1" smtClean="0"/>
            <a:t>Solvo</a:t>
          </a:r>
          <a:r>
            <a:rPr lang="de-DE" sz="3800" kern="1200" dirty="0" smtClean="0"/>
            <a:t> </a:t>
          </a:r>
          <a:r>
            <a:rPr lang="de-DE" sz="3800" kern="1200" dirty="0" err="1" smtClean="0"/>
            <a:t>and</a:t>
          </a:r>
          <a:r>
            <a:rPr lang="de-DE" sz="3800" kern="1200" dirty="0" smtClean="0"/>
            <a:t> hydrothermal</a:t>
          </a:r>
          <a:endParaRPr lang="de-DE" sz="3800" kern="1200" dirty="0"/>
        </a:p>
      </dsp:txBody>
      <dsp:txXfrm>
        <a:off x="3775656" y="1238985"/>
        <a:ext cx="2961493" cy="2340073"/>
      </dsp:txXfrm>
    </dsp:sp>
    <dsp:sp modelId="{E0B5F0D4-0E7F-4CBC-8174-DB02E4068A37}">
      <dsp:nvSpPr>
        <dsp:cNvPr id="0" name=""/>
        <dsp:cNvSpPr/>
      </dsp:nvSpPr>
      <dsp:spPr>
        <a:xfrm rot="16200000">
          <a:off x="6508438" y="3231576"/>
          <a:ext cx="4891881" cy="1265033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7057841"/>
            <a:satOff val="15858"/>
            <a:lumOff val="-617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9C124D-183F-4EA2-BF22-9B9C4CED05EF}">
      <dsp:nvSpPr>
        <dsp:cNvPr id="0" name=""/>
        <dsp:cNvSpPr/>
      </dsp:nvSpPr>
      <dsp:spPr>
        <a:xfrm>
          <a:off x="7400829" y="175312"/>
          <a:ext cx="3107099" cy="2485679"/>
        </a:xfrm>
        <a:prstGeom prst="roundRect">
          <a:avLst>
            <a:gd name="adj" fmla="val 10000"/>
          </a:avLst>
        </a:prstGeom>
        <a:solidFill>
          <a:schemeClr val="accent3">
            <a:hueOff val="7057841"/>
            <a:satOff val="15858"/>
            <a:lumOff val="-6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800" kern="1200" dirty="0" smtClean="0"/>
            <a:t>Ball </a:t>
          </a:r>
          <a:r>
            <a:rPr lang="de-DE" sz="3800" kern="1200" dirty="0" err="1" smtClean="0"/>
            <a:t>milling</a:t>
          </a:r>
          <a:r>
            <a:rPr lang="de-DE" sz="3800" kern="1200" dirty="0" smtClean="0"/>
            <a:t> </a:t>
          </a:r>
          <a:endParaRPr lang="de-DE" sz="3800" kern="1200" dirty="0"/>
        </a:p>
      </dsp:txBody>
      <dsp:txXfrm>
        <a:off x="7473632" y="248115"/>
        <a:ext cx="2961493" cy="2340073"/>
      </dsp:txXfrm>
    </dsp:sp>
    <dsp:sp modelId="{9AD7E46D-C984-4836-B7DF-3A6AB724CE46}">
      <dsp:nvSpPr>
        <dsp:cNvPr id="0" name=""/>
        <dsp:cNvSpPr/>
      </dsp:nvSpPr>
      <dsp:spPr>
        <a:xfrm rot="18000000">
          <a:off x="8983443" y="3894752"/>
          <a:ext cx="4891881" cy="1265033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9410455"/>
            <a:satOff val="21144"/>
            <a:lumOff val="-823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349B4B-AE7C-4045-A6D2-11B317538C29}">
      <dsp:nvSpPr>
        <dsp:cNvPr id="0" name=""/>
        <dsp:cNvSpPr/>
      </dsp:nvSpPr>
      <dsp:spPr>
        <a:xfrm>
          <a:off x="11098804" y="1166182"/>
          <a:ext cx="3107099" cy="2485679"/>
        </a:xfrm>
        <a:prstGeom prst="roundRect">
          <a:avLst>
            <a:gd name="adj" fmla="val 10000"/>
          </a:avLst>
        </a:prstGeom>
        <a:solidFill>
          <a:schemeClr val="accent3">
            <a:hueOff val="9410455"/>
            <a:satOff val="21144"/>
            <a:lumOff val="-82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800" kern="1200" dirty="0" smtClean="0"/>
            <a:t>Sol-Gel</a:t>
          </a:r>
          <a:endParaRPr lang="de-DE" sz="3800" kern="1200" dirty="0"/>
        </a:p>
      </dsp:txBody>
      <dsp:txXfrm>
        <a:off x="11171607" y="1238985"/>
        <a:ext cx="2961493" cy="2340073"/>
      </dsp:txXfrm>
    </dsp:sp>
    <dsp:sp modelId="{A84E94E9-7795-4BFD-88B2-F6CF1213F1D9}">
      <dsp:nvSpPr>
        <dsp:cNvPr id="0" name=""/>
        <dsp:cNvSpPr/>
      </dsp:nvSpPr>
      <dsp:spPr>
        <a:xfrm rot="19800000">
          <a:off x="10795272" y="5706581"/>
          <a:ext cx="4891881" cy="1265033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11763067"/>
            <a:satOff val="26430"/>
            <a:lumOff val="-1029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BD7D5A-049D-454F-9196-21243226CE0C}">
      <dsp:nvSpPr>
        <dsp:cNvPr id="0" name=""/>
        <dsp:cNvSpPr/>
      </dsp:nvSpPr>
      <dsp:spPr>
        <a:xfrm>
          <a:off x="13805910" y="3873288"/>
          <a:ext cx="3107099" cy="2485679"/>
        </a:xfrm>
        <a:prstGeom prst="roundRect">
          <a:avLst>
            <a:gd name="adj" fmla="val 10000"/>
          </a:avLst>
        </a:prstGeom>
        <a:solidFill>
          <a:schemeClr val="accent3">
            <a:hueOff val="11763067"/>
            <a:satOff val="26430"/>
            <a:lumOff val="-102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800" kern="1200" dirty="0" smtClean="0"/>
            <a:t>Solid </a:t>
          </a:r>
          <a:r>
            <a:rPr lang="de-DE" sz="3800" kern="1200" dirty="0" err="1" smtClean="0"/>
            <a:t>state</a:t>
          </a:r>
          <a:r>
            <a:rPr lang="de-DE" sz="3800" kern="1200" dirty="0" smtClean="0"/>
            <a:t> </a:t>
          </a:r>
          <a:r>
            <a:rPr lang="de-DE" sz="3800" kern="1200" dirty="0" err="1" smtClean="0"/>
            <a:t>synthesis</a:t>
          </a:r>
          <a:r>
            <a:rPr lang="de-DE" sz="3800" kern="1200" dirty="0" smtClean="0"/>
            <a:t> </a:t>
          </a:r>
          <a:endParaRPr lang="de-DE" sz="3800" kern="1200" dirty="0"/>
        </a:p>
      </dsp:txBody>
      <dsp:txXfrm>
        <a:off x="13878713" y="3946091"/>
        <a:ext cx="2961493" cy="2340073"/>
      </dsp:txXfrm>
    </dsp:sp>
    <dsp:sp modelId="{F8643DB2-4985-46C9-835B-026E6E8EFFB3}">
      <dsp:nvSpPr>
        <dsp:cNvPr id="0" name=""/>
        <dsp:cNvSpPr/>
      </dsp:nvSpPr>
      <dsp:spPr>
        <a:xfrm>
          <a:off x="11458448" y="8181586"/>
          <a:ext cx="4891881" cy="1265033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hueOff val="14115681"/>
            <a:satOff val="31716"/>
            <a:lumOff val="-1235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C213F-6E8C-4E79-8C9E-45F421DBC6EC}">
      <dsp:nvSpPr>
        <dsp:cNvPr id="0" name=""/>
        <dsp:cNvSpPr/>
      </dsp:nvSpPr>
      <dsp:spPr>
        <a:xfrm>
          <a:off x="14796780" y="7571263"/>
          <a:ext cx="3107099" cy="2485679"/>
        </a:xfrm>
        <a:prstGeom prst="roundRect">
          <a:avLst>
            <a:gd name="adj" fmla="val 10000"/>
          </a:avLst>
        </a:prstGeom>
        <a:solidFill>
          <a:schemeClr val="accent3">
            <a:hueOff val="14115681"/>
            <a:satOff val="31716"/>
            <a:lumOff val="-123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3800" kern="1200" dirty="0" smtClean="0"/>
            <a:t>Chemical </a:t>
          </a:r>
          <a:r>
            <a:rPr lang="de-DE" sz="3800" kern="1200" dirty="0" err="1" smtClean="0"/>
            <a:t>reduction</a:t>
          </a:r>
          <a:r>
            <a:rPr lang="de-DE" sz="3800" kern="1200" dirty="0" smtClean="0"/>
            <a:t> </a:t>
          </a:r>
          <a:endParaRPr lang="de-DE" sz="3800" kern="1200" dirty="0"/>
        </a:p>
      </dsp:txBody>
      <dsp:txXfrm>
        <a:off x="14869583" y="7644066"/>
        <a:ext cx="2961493" cy="23400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8F02CA-77CB-4E54-B712-21E588799EE8}" type="datetimeFigureOut">
              <a:rPr lang="de-DE" smtClean="0"/>
              <a:t>07.08.2026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F729A-0AF0-4995-B32B-9504BC6896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0794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4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08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12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16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20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24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28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320" algn="l" defTabSz="91408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6C917E-B8ED-495E-8B06-7B61CF10A9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673973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 b="1"/>
            </a:lvl1pPr>
          </a:lstStyle>
          <a:p>
            <a:r>
              <a:rPr lang="de-DE" dirty="0"/>
              <a:t>TITLE</a:t>
            </a:r>
            <a:br>
              <a:rPr lang="de-DE" dirty="0"/>
            </a:br>
            <a:r>
              <a:rPr lang="de-DE" dirty="0"/>
              <a:t/>
            </a:r>
            <a:br>
              <a:rPr lang="de-DE" dirty="0"/>
            </a:br>
            <a:r>
              <a:rPr lang="de-DE" dirty="0"/>
              <a:t>NAME</a:t>
            </a:r>
            <a:br>
              <a:rPr lang="de-DE" dirty="0"/>
            </a:br>
            <a:r>
              <a:rPr lang="de-DE" dirty="0"/>
              <a:t/>
            </a:r>
            <a:br>
              <a:rPr lang="de-DE" dirty="0"/>
            </a:br>
            <a:r>
              <a:rPr lang="de-DE" dirty="0"/>
              <a:t>Karlsruhe Institute </a:t>
            </a:r>
            <a:r>
              <a:rPr lang="de-DE" dirty="0" err="1"/>
              <a:t>of</a:t>
            </a:r>
            <a:r>
              <a:rPr lang="de-DE" dirty="0"/>
              <a:t> Technology</a:t>
            </a:r>
          </a:p>
        </p:txBody>
      </p:sp>
    </p:spTree>
    <p:extLst>
      <p:ext uri="{BB962C8B-B14F-4D97-AF65-F5344CB8AC3E}">
        <p14:creationId xmlns:p14="http://schemas.microsoft.com/office/powerpoint/2010/main" val="3513951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3400" y="1583512"/>
            <a:ext cx="11125200" cy="4486472"/>
          </a:xfrm>
          <a:prstGeom prst="rect">
            <a:avLst/>
          </a:prstGeom>
        </p:spPr>
        <p:txBody>
          <a:bodyPr/>
          <a:lstStyle>
            <a:lvl1pPr marL="271448" indent="-271448">
              <a:buFont typeface="Wingdings" panose="05000000000000000000" pitchFamily="2" charset="2"/>
              <a:buChar char="§"/>
              <a:defRPr/>
            </a:lvl1pPr>
            <a:lvl2pPr marL="627027" indent="-271448">
              <a:buFont typeface="Wingdings" panose="05000000000000000000" pitchFamily="2" charset="2"/>
              <a:buChar char="§"/>
              <a:defRPr/>
            </a:lvl2pPr>
            <a:lvl3pPr marL="982606" indent="-265098">
              <a:buFont typeface="Wingdings" panose="05000000000000000000" pitchFamily="2" charset="2"/>
              <a:buChar char="§"/>
              <a:defRPr/>
            </a:lvl3pPr>
            <a:lvl4pPr marL="1344535" indent="-271448">
              <a:buFont typeface="Wingdings" panose="05000000000000000000" pitchFamily="2" charset="2"/>
              <a:buChar char="§"/>
              <a:defRPr/>
            </a:lvl4pPr>
            <a:lvl5pPr marL="1700114" indent="-265098">
              <a:buFont typeface="Wingdings" panose="05000000000000000000" pitchFamily="2" charset="2"/>
              <a:buChar char="§"/>
              <a:defRPr sz="2100"/>
            </a:lvl5pPr>
          </a:lstStyle>
          <a:p>
            <a:pPr lvl="0"/>
            <a:r>
              <a:rPr lang="en-US" altLang="de-DE" dirty="0"/>
              <a:t>Click to add text</a:t>
            </a:r>
          </a:p>
          <a:p>
            <a:pPr lvl="1"/>
            <a:r>
              <a:rPr lang="en-US" altLang="de-DE" dirty="0"/>
              <a:t>Second level</a:t>
            </a:r>
          </a:p>
          <a:p>
            <a:pPr lvl="2"/>
            <a:r>
              <a:rPr lang="en-US" altLang="de-DE" dirty="0"/>
              <a:t>Third level</a:t>
            </a:r>
          </a:p>
          <a:p>
            <a:pPr lvl="3"/>
            <a:r>
              <a:rPr lang="en-US" altLang="de-DE" dirty="0"/>
              <a:t>Fourth level</a:t>
            </a:r>
          </a:p>
          <a:p>
            <a:pPr lvl="4"/>
            <a:r>
              <a:rPr lang="en-US" altLang="de-DE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340BE303-A4F2-4BCB-AF82-DC9DDFB7C7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000" y="394871"/>
            <a:ext cx="9158904" cy="767748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>
              <a:defRPr/>
            </a:lvl1pPr>
          </a:lstStyle>
          <a:p>
            <a:r>
              <a:rPr lang="en-US" altLang="de-DE" dirty="0"/>
              <a:t>Click to add title</a:t>
            </a:r>
            <a:endParaRPr lang="en-US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D216A4F-D8F6-4BEC-90C2-412C1BF16892}"/>
              </a:ext>
            </a:extLst>
          </p:cNvPr>
          <p:cNvSpPr/>
          <p:nvPr userDrawn="1"/>
        </p:nvSpPr>
        <p:spPr>
          <a:xfrm>
            <a:off x="528000" y="1273018"/>
            <a:ext cx="11135999" cy="576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5575">
                <a:schemeClr val="tx2">
                  <a:alpha val="30000"/>
                </a:schemeClr>
              </a:gs>
              <a:gs pos="51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Gerade Verbindung 11">
            <a:extLst>
              <a:ext uri="{FF2B5EF4-FFF2-40B4-BE49-F238E27FC236}">
                <a16:creationId xmlns:a16="http://schemas.microsoft.com/office/drawing/2014/main" id="{7F28B631-B9DF-4767-AB53-4579A65F8B65}"/>
              </a:ext>
            </a:extLst>
          </p:cNvPr>
          <p:cNvCxnSpPr>
            <a:cxnSpLocks/>
          </p:cNvCxnSpPr>
          <p:nvPr userDrawn="1"/>
        </p:nvCxnSpPr>
        <p:spPr>
          <a:xfrm>
            <a:off x="528600" y="6329811"/>
            <a:ext cx="11134800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5976C89-BA50-4CD5-936B-2E2911733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28000" y="6445199"/>
            <a:ext cx="823624" cy="528189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61696EC4-B4CF-4701-AD06-A8439D6D8E12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3952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break slid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4">
            <a:extLst>
              <a:ext uri="{FF2B5EF4-FFF2-40B4-BE49-F238E27FC236}">
                <a16:creationId xmlns:a16="http://schemas.microsoft.com/office/drawing/2014/main" id="{537A5579-09BA-4663-B67D-33B15420579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5467" y="6525687"/>
            <a:ext cx="480889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r>
              <a:rPr lang="en-US" sz="1100" noProof="0" dirty="0"/>
              <a:t>KIT – The Research University in the Helmholtz Association</a:t>
            </a:r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6C188393-F356-4F5D-80C7-5DAA7302CA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57834" y="6432821"/>
            <a:ext cx="2302933" cy="328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de-DE" altLang="de-DE" sz="2133" b="1" dirty="0">
                <a:solidFill>
                  <a:schemeClr val="tx1"/>
                </a:solidFill>
              </a:rPr>
              <a:t>www.kit.edu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170E65B-29E8-4B34-8C2D-4A01E1FD96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00" y="479852"/>
            <a:ext cx="2162067" cy="1001397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629DC2AF-1C10-4B42-92C6-4D5D2243785E}"/>
              </a:ext>
            </a:extLst>
          </p:cNvPr>
          <p:cNvSpPr/>
          <p:nvPr userDrawn="1"/>
        </p:nvSpPr>
        <p:spPr>
          <a:xfrm>
            <a:off x="10273145" y="6378149"/>
            <a:ext cx="1863437" cy="3829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2266EB9-FF03-497B-B423-7BAF4F5052EC}"/>
              </a:ext>
            </a:extLst>
          </p:cNvPr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5575">
                <a:schemeClr val="tx2">
                  <a:alpha val="30000"/>
                </a:schemeClr>
              </a:gs>
              <a:gs pos="51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platzhalter 18">
            <a:extLst>
              <a:ext uri="{FF2B5EF4-FFF2-40B4-BE49-F238E27FC236}">
                <a16:creationId xmlns:a16="http://schemas.microsoft.com/office/drawing/2014/main" id="{D8ECABF2-8612-47AA-A73B-CA33353412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000" y="1182732"/>
            <a:ext cx="10995766" cy="3800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3400" b="1"/>
            </a:lvl1pPr>
            <a:lvl2pPr marL="473979" indent="0">
              <a:buFont typeface="Arial" panose="020B0604020202020204" pitchFamily="34" charset="0"/>
              <a:buNone/>
              <a:defRPr sz="3466" b="1"/>
            </a:lvl2pPr>
            <a:lvl3pPr marL="956422" indent="0">
              <a:buFont typeface="Arial" panose="020B0604020202020204" pitchFamily="34" charset="0"/>
              <a:buNone/>
              <a:defRPr sz="3466" b="1"/>
            </a:lvl3pPr>
            <a:lvl4pPr marL="1430402" indent="0">
              <a:buFont typeface="Arial" panose="020B0604020202020204" pitchFamily="34" charset="0"/>
              <a:buNone/>
              <a:defRPr sz="3466" b="1"/>
            </a:lvl4pPr>
            <a:lvl5pPr marL="1912845" indent="0">
              <a:buFont typeface="Arial" panose="020B0604020202020204" pitchFamily="34" charset="0"/>
              <a:buNone/>
              <a:defRPr sz="3466" b="1"/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3211250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break slid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2368E2EE-D81E-4280-96F4-D28294BA92A5}"/>
              </a:ext>
            </a:extLst>
          </p:cNvPr>
          <p:cNvSpPr/>
          <p:nvPr userDrawn="1"/>
        </p:nvSpPr>
        <p:spPr>
          <a:xfrm>
            <a:off x="528001" y="3216118"/>
            <a:ext cx="11135999" cy="2956082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5575">
                <a:schemeClr val="tx2">
                  <a:alpha val="30000"/>
                </a:schemeClr>
              </a:gs>
              <a:gs pos="51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platzhalter 18">
            <a:extLst>
              <a:ext uri="{FF2B5EF4-FFF2-40B4-BE49-F238E27FC236}">
                <a16:creationId xmlns:a16="http://schemas.microsoft.com/office/drawing/2014/main" id="{835EEF6C-C8FA-4185-B7D3-209A54F116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8233" y="3632241"/>
            <a:ext cx="10995766" cy="3800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3400" b="1"/>
            </a:lvl1pPr>
            <a:lvl2pPr marL="473979" indent="0">
              <a:buFont typeface="Arial" panose="020B0604020202020204" pitchFamily="34" charset="0"/>
              <a:buNone/>
              <a:defRPr sz="3466" b="1"/>
            </a:lvl2pPr>
            <a:lvl3pPr marL="956422" indent="0">
              <a:buFont typeface="Arial" panose="020B0604020202020204" pitchFamily="34" charset="0"/>
              <a:buNone/>
              <a:defRPr sz="3466" b="1"/>
            </a:lvl3pPr>
            <a:lvl4pPr marL="1430402" indent="0">
              <a:buFont typeface="Arial" panose="020B0604020202020204" pitchFamily="34" charset="0"/>
              <a:buNone/>
              <a:defRPr sz="3466" b="1"/>
            </a:lvl4pPr>
            <a:lvl5pPr marL="1912845" indent="0">
              <a:buFont typeface="Arial" panose="020B0604020202020204" pitchFamily="34" charset="0"/>
              <a:buNone/>
              <a:defRPr sz="3466" b="1"/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title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8AB5A5BC-1F62-48BB-ACAE-699F81C98C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001" y="441464"/>
            <a:ext cx="1439999" cy="66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39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F8935FEA-D465-481F-AF62-132E107A137D}"/>
              </a:ext>
            </a:extLst>
          </p:cNvPr>
          <p:cNvSpPr/>
          <p:nvPr userDrawn="1"/>
        </p:nvSpPr>
        <p:spPr>
          <a:xfrm>
            <a:off x="0" y="1593003"/>
            <a:ext cx="4834873" cy="2258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GB" sz="3600" b="1" cap="all" dirty="0">
                <a:latin typeface="Arial" panose="020B0604020202020204" pitchFamily="34" charset="0"/>
                <a:cs typeface="Arial" panose="020B0604020202020204" pitchFamily="34" charset="0"/>
              </a:rPr>
              <a:t>Thank you </a:t>
            </a:r>
          </a:p>
          <a:p>
            <a:pPr algn="ctr">
              <a:lnSpc>
                <a:spcPct val="125000"/>
              </a:lnSpc>
            </a:pPr>
            <a:r>
              <a:rPr lang="en-GB" sz="3600" b="1" cap="all" dirty="0">
                <a:latin typeface="Arial" panose="020B0604020202020204" pitchFamily="34" charset="0"/>
                <a:cs typeface="Arial" panose="020B0604020202020204" pitchFamily="34" charset="0"/>
              </a:rPr>
              <a:t>for your </a:t>
            </a:r>
          </a:p>
          <a:p>
            <a:pPr algn="ctr">
              <a:lnSpc>
                <a:spcPct val="125000"/>
              </a:lnSpc>
            </a:pPr>
            <a:r>
              <a:rPr lang="en-GB" sz="3600" b="1" cap="all" dirty="0">
                <a:latin typeface="Arial" panose="020B0604020202020204" pitchFamily="34" charset="0"/>
                <a:cs typeface="Arial" panose="020B0604020202020204" pitchFamily="34" charset="0"/>
              </a:rPr>
              <a:t>attention!</a:t>
            </a:r>
          </a:p>
          <a:p>
            <a:pPr>
              <a:lnSpc>
                <a:spcPct val="125000"/>
              </a:lnSpc>
            </a:pPr>
            <a:endParaRPr lang="en-GB" sz="500" b="1" cap="all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2FB1A3D-F6D0-48FD-9E25-DF2B69B42AC4}"/>
              </a:ext>
            </a:extLst>
          </p:cNvPr>
          <p:cNvSpPr/>
          <p:nvPr userDrawn="1"/>
        </p:nvSpPr>
        <p:spPr>
          <a:xfrm>
            <a:off x="10004612" y="218069"/>
            <a:ext cx="2079812" cy="13059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162A311-E42C-4CCE-A2D5-A2051A410D8C}"/>
              </a:ext>
            </a:extLst>
          </p:cNvPr>
          <p:cNvSpPr/>
          <p:nvPr userDrawn="1"/>
        </p:nvSpPr>
        <p:spPr>
          <a:xfrm>
            <a:off x="4834873" y="0"/>
            <a:ext cx="7357127" cy="6858000"/>
          </a:xfrm>
          <a:prstGeom prst="rect">
            <a:avLst/>
          </a:prstGeom>
          <a:gradFill flip="none" rotWithShape="1">
            <a:gsLst>
              <a:gs pos="0">
                <a:srgbClr val="4664AA"/>
              </a:gs>
              <a:gs pos="95575">
                <a:srgbClr val="009682">
                  <a:alpha val="30000"/>
                </a:srgbClr>
              </a:gs>
              <a:gs pos="51000">
                <a:srgbClr val="009682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175FD21-4516-4765-8646-72B2A91937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73" t="24762"/>
          <a:stretch/>
        </p:blipFill>
        <p:spPr>
          <a:xfrm>
            <a:off x="5481668" y="342384"/>
            <a:ext cx="2396835" cy="329256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3123F73-299E-4A30-B7A5-AE99EDC17A7F}"/>
              </a:ext>
            </a:extLst>
          </p:cNvPr>
          <p:cNvSpPr txBox="1"/>
          <p:nvPr userDrawn="1"/>
        </p:nvSpPr>
        <p:spPr>
          <a:xfrm>
            <a:off x="5481668" y="3289856"/>
            <a:ext cx="2396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chemeClr val="bg1"/>
                </a:solidFill>
              </a:rPr>
              <a:t>AK Hanf @ KIT 2021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A52003D-05CB-4AB6-A796-570E1B2B52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2" t="27172" r="13384" b="18065"/>
          <a:stretch/>
        </p:blipFill>
        <p:spPr>
          <a:xfrm>
            <a:off x="8091150" y="333198"/>
            <a:ext cx="3349503" cy="330175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81D6472A-500D-4143-A533-83882A56780F}"/>
              </a:ext>
            </a:extLst>
          </p:cNvPr>
          <p:cNvSpPr txBox="1"/>
          <p:nvPr userDrawn="1"/>
        </p:nvSpPr>
        <p:spPr>
          <a:xfrm>
            <a:off x="8281005" y="3306478"/>
            <a:ext cx="3045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solidFill>
                  <a:schemeClr val="bg1"/>
                </a:solidFill>
              </a:rPr>
              <a:t>AK Hanf @ KIT 2025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BC5C701-FD1D-41E2-A654-BE6C6B3835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4384" t="17733" r="3216" b="1333"/>
          <a:stretch/>
        </p:blipFill>
        <p:spPr>
          <a:xfrm>
            <a:off x="6510330" y="4007870"/>
            <a:ext cx="3924041" cy="256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76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CA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CA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127C3-D6F4-41CA-BBB8-94C299D418A6}" type="datetimeFigureOut">
              <a:rPr lang="en-CA" smtClean="0"/>
              <a:t>2026-08-07</a:t>
            </a:fld>
            <a:endParaRPr lang="en-CA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1BA2E-8B20-468C-84BF-0062F802C693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07172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49C6492B-9F9B-4588-8AB6-62DBF42A6EA9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001" y="441464"/>
            <a:ext cx="1439999" cy="66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40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75" r:id="rId2"/>
    <p:sldLayoutId id="2147483692" r:id="rId3"/>
    <p:sldLayoutId id="2147483691" r:id="rId4"/>
    <p:sldLayoutId id="2147483701" r:id="rId5"/>
    <p:sldLayoutId id="2147483702" r:id="rId6"/>
  </p:sldLayoutIdLst>
  <p:hf hdr="0" ftr="0" dt="0"/>
  <p:txStyles>
    <p:titleStyle>
      <a:lvl1pPr algn="l" defTabSz="914347" rtl="0" eaLnBrk="1" latinLnBrk="0" hangingPunct="1">
        <a:lnSpc>
          <a:spcPct val="90000"/>
        </a:lnSpc>
        <a:spcBef>
          <a:spcPct val="0"/>
        </a:spcBef>
        <a:buNone/>
        <a:defRPr lang="en-US" sz="3199" b="1" kern="1200" dirty="0">
          <a:solidFill>
            <a:schemeClr val="tx1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71448" indent="-271448" algn="l" defTabSz="914347" rtl="0" eaLnBrk="1" latinLnBrk="0" hangingPunct="1">
        <a:lnSpc>
          <a:spcPct val="90000"/>
        </a:lnSpc>
        <a:spcBef>
          <a:spcPts val="480"/>
        </a:spcBef>
        <a:buSzPct val="88000"/>
        <a:buFont typeface="Wingdings" panose="05000000000000000000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27027" indent="-271448" algn="l" defTabSz="914347" rtl="0" eaLnBrk="1" latinLnBrk="0" hangingPunct="1">
        <a:lnSpc>
          <a:spcPct val="90000"/>
        </a:lnSpc>
        <a:spcBef>
          <a:spcPts val="480"/>
        </a:spcBef>
        <a:buSzPct val="88000"/>
        <a:buFont typeface="Wingdings" panose="05000000000000000000" pitchFamily="2" charset="2"/>
        <a:buChar char="§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982606" indent="-265098" algn="l" defTabSz="898472" rtl="0" eaLnBrk="1" latinLnBrk="0" hangingPunct="1">
        <a:lnSpc>
          <a:spcPct val="90000"/>
        </a:lnSpc>
        <a:spcBef>
          <a:spcPts val="480"/>
        </a:spcBef>
        <a:buSzPct val="88000"/>
        <a:buFont typeface="Wingdings" panose="05000000000000000000" pitchFamily="2" charset="2"/>
        <a:buChar char="§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535" indent="-271448" algn="l" defTabSz="914347" rtl="0" eaLnBrk="1" latinLnBrk="0" hangingPunct="1">
        <a:lnSpc>
          <a:spcPct val="90000"/>
        </a:lnSpc>
        <a:spcBef>
          <a:spcPts val="480"/>
        </a:spcBef>
        <a:buSzPct val="88000"/>
        <a:buFont typeface="Wingdings" panose="05000000000000000000" pitchFamily="2" charset="2"/>
        <a:buChar char="§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1700114" indent="-265098" algn="l" defTabSz="914347" rtl="0" eaLnBrk="1" latinLnBrk="0" hangingPunct="1">
        <a:lnSpc>
          <a:spcPct val="90000"/>
        </a:lnSpc>
        <a:spcBef>
          <a:spcPts val="480"/>
        </a:spcBef>
        <a:buSzPct val="88000"/>
        <a:buFontTx/>
        <a:buBlip>
          <a:blip r:embed="rId9"/>
        </a:buBlip>
        <a:defRPr sz="15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453" indent="-228587" algn="l" defTabSz="91434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626" indent="-228587" algn="l" defTabSz="91434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0" indent="-228587" algn="l" defTabSz="91434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973" indent="-228587" algn="l" defTabSz="91434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73" algn="l" defTabSz="91434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47" algn="l" defTabSz="91434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9" algn="l" defTabSz="91434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3" algn="l" defTabSz="91434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866" algn="l" defTabSz="91434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0" algn="l" defTabSz="91434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213" algn="l" defTabSz="91434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387" algn="l" defTabSz="91434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399">
          <p15:clr>
            <a:srgbClr val="F26B43"/>
          </p15:clr>
        </p15:guide>
        <p15:guide id="3" orient="horz" pos="618">
          <p15:clr>
            <a:srgbClr val="F26B43"/>
          </p15:clr>
        </p15:guide>
        <p15:guide id="4" pos="6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 txBox="1">
            <a:spLocks/>
          </p:cNvSpPr>
          <p:nvPr/>
        </p:nvSpPr>
        <p:spPr>
          <a:xfrm>
            <a:off x="0" y="3288323"/>
            <a:ext cx="12192000" cy="9583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en-CA" sz="4000" b="1" dirty="0">
              <a:solidFill>
                <a:srgbClr val="7030A0"/>
              </a:solidFill>
            </a:endParaRPr>
          </a:p>
          <a:p>
            <a:r>
              <a:rPr lang="en-CA" sz="4000" b="1" dirty="0" smtClean="0">
                <a:solidFill>
                  <a:srgbClr val="7030A0"/>
                </a:solidFill>
              </a:rPr>
              <a:t>                                   TRR</a:t>
            </a:r>
            <a:endParaRPr lang="en-CA" sz="4000" b="1" dirty="0">
              <a:solidFill>
                <a:srgbClr val="7030A0"/>
              </a:solidFill>
            </a:endParaRPr>
          </a:p>
        </p:txBody>
      </p:sp>
      <p:sp>
        <p:nvSpPr>
          <p:cNvPr id="4" name="Titel 1"/>
          <p:cNvSpPr txBox="1">
            <a:spLocks/>
          </p:cNvSpPr>
          <p:nvPr/>
        </p:nvSpPr>
        <p:spPr>
          <a:xfrm>
            <a:off x="0" y="5113630"/>
            <a:ext cx="12192000" cy="4076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CA" sz="4000" b="1" dirty="0">
              <a:solidFill>
                <a:srgbClr val="7030A0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5221705" y="5124401"/>
            <a:ext cx="2066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b="1" dirty="0" smtClean="0"/>
              <a:t>Arjun </a:t>
            </a:r>
            <a:r>
              <a:rPr lang="en-CA" sz="1800" b="1" dirty="0" err="1" smtClean="0"/>
              <a:t>Neyyathala</a:t>
            </a:r>
            <a:endParaRPr lang="en-CA" sz="1800" b="1" dirty="0"/>
          </a:p>
        </p:txBody>
      </p:sp>
    </p:spTree>
    <p:extLst>
      <p:ext uri="{BB962C8B-B14F-4D97-AF65-F5344CB8AC3E}">
        <p14:creationId xmlns:p14="http://schemas.microsoft.com/office/powerpoint/2010/main" val="239267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696EC4-B4CF-4701-AD06-A8439D6D8E12}" type="slidenum">
              <a:rPr lang="en-US" sz="1800" smtClean="0"/>
              <a:pPr/>
              <a:t>2</a:t>
            </a:fld>
            <a:endParaRPr lang="en-US" sz="1800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215" y="224139"/>
            <a:ext cx="3298645" cy="3298645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49" y="4081529"/>
            <a:ext cx="2276476" cy="2276476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384" y="4081529"/>
            <a:ext cx="2276476" cy="2276476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7393" y="4081529"/>
            <a:ext cx="2276476" cy="2276476"/>
          </a:xfrm>
          <a:prstGeom prst="rect">
            <a:avLst/>
          </a:prstGeom>
        </p:spPr>
      </p:pic>
      <p:sp>
        <p:nvSpPr>
          <p:cNvPr id="12" name="Textfeld 11"/>
          <p:cNvSpPr txBox="1"/>
          <p:nvPr/>
        </p:nvSpPr>
        <p:spPr>
          <a:xfrm>
            <a:off x="761718" y="3612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 smtClean="0"/>
              <a:t>a</a:t>
            </a:r>
            <a:endParaRPr lang="en-CA" sz="1800" dirty="0"/>
          </a:p>
        </p:txBody>
      </p:sp>
      <p:sp>
        <p:nvSpPr>
          <p:cNvPr id="13" name="Textfeld 12"/>
          <p:cNvSpPr txBox="1"/>
          <p:nvPr/>
        </p:nvSpPr>
        <p:spPr>
          <a:xfrm>
            <a:off x="3509398" y="389196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 smtClean="0"/>
              <a:t>d</a:t>
            </a:r>
            <a:endParaRPr lang="en-CA" sz="1800" dirty="0"/>
          </a:p>
        </p:txBody>
      </p:sp>
      <p:sp>
        <p:nvSpPr>
          <p:cNvPr id="14" name="Textfeld 13"/>
          <p:cNvSpPr txBox="1"/>
          <p:nvPr/>
        </p:nvSpPr>
        <p:spPr>
          <a:xfrm>
            <a:off x="5286027" y="3612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/>
              <a:t>b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739733" y="389196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 smtClean="0"/>
              <a:t>c</a:t>
            </a:r>
            <a:endParaRPr lang="en-CA" sz="1800" dirty="0"/>
          </a:p>
        </p:txBody>
      </p:sp>
      <p:sp>
        <p:nvSpPr>
          <p:cNvPr id="16" name="Textfeld 15"/>
          <p:cNvSpPr txBox="1"/>
          <p:nvPr/>
        </p:nvSpPr>
        <p:spPr>
          <a:xfrm>
            <a:off x="6307449" y="389196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/>
              <a:t>e</a:t>
            </a:r>
          </a:p>
        </p:txBody>
      </p:sp>
      <p:pic>
        <p:nvPicPr>
          <p:cNvPr id="17" name="Grafik 16"/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456" t="9209" r="10546" b="3082"/>
          <a:stretch/>
        </p:blipFill>
        <p:spPr>
          <a:xfrm>
            <a:off x="761718" y="224139"/>
            <a:ext cx="4826582" cy="366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330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696EC4-B4CF-4701-AD06-A8439D6D8E12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7" name="Grafik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650" y="249660"/>
            <a:ext cx="8254699" cy="63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486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696EC4-B4CF-4701-AD06-A8439D6D8E1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2"/>
          <a:srcRect l="7343" t="9107" r="10852" b="3561"/>
          <a:stretch/>
        </p:blipFill>
        <p:spPr>
          <a:xfrm>
            <a:off x="5172891" y="1584962"/>
            <a:ext cx="4345577" cy="3257006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51" t="21688" r="451" b="19793"/>
          <a:stretch/>
        </p:blipFill>
        <p:spPr>
          <a:xfrm>
            <a:off x="2115367" y="1699262"/>
            <a:ext cx="2846828" cy="2961638"/>
          </a:xfrm>
          <a:prstGeom prst="rect">
            <a:avLst/>
          </a:prstGeom>
        </p:spPr>
      </p:pic>
      <p:sp>
        <p:nvSpPr>
          <p:cNvPr id="7" name="Textfeld 6"/>
          <p:cNvSpPr txBox="1"/>
          <p:nvPr/>
        </p:nvSpPr>
        <p:spPr>
          <a:xfrm>
            <a:off x="1759179" y="135412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 smtClean="0"/>
              <a:t>a</a:t>
            </a:r>
            <a:endParaRPr lang="en-CA" sz="1800" dirty="0"/>
          </a:p>
        </p:txBody>
      </p:sp>
      <p:sp>
        <p:nvSpPr>
          <p:cNvPr id="8" name="Textfeld 7"/>
          <p:cNvSpPr txBox="1"/>
          <p:nvPr/>
        </p:nvSpPr>
        <p:spPr>
          <a:xfrm>
            <a:off x="5140289" y="135412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 smtClean="0"/>
              <a:t>b</a:t>
            </a:r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1197394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696EC4-B4CF-4701-AD06-A8439D6D8E1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173" y="1670151"/>
            <a:ext cx="7809653" cy="351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637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600572" y="5640019"/>
            <a:ext cx="823624" cy="528189"/>
          </a:xfrm>
        </p:spPr>
        <p:txBody>
          <a:bodyPr/>
          <a:lstStyle/>
          <a:p>
            <a:fld id="{61696EC4-B4CF-4701-AD06-A8439D6D8E1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47" y="1028630"/>
            <a:ext cx="3004476" cy="3004476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600" y="773945"/>
            <a:ext cx="3384550" cy="3384550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473" y="705244"/>
            <a:ext cx="3333750" cy="3333750"/>
          </a:xfrm>
          <a:prstGeom prst="rect">
            <a:avLst/>
          </a:prstGeom>
        </p:spPr>
      </p:pic>
      <p:sp>
        <p:nvSpPr>
          <p:cNvPr id="11" name="Textfeld 10"/>
          <p:cNvSpPr txBox="1"/>
          <p:nvPr/>
        </p:nvSpPr>
        <p:spPr>
          <a:xfrm>
            <a:off x="1190559" y="3296161"/>
            <a:ext cx="23391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1800" dirty="0" smtClean="0"/>
              <a:t>Heating dissolved </a:t>
            </a:r>
          </a:p>
          <a:p>
            <a:pPr algn="ctr"/>
            <a:r>
              <a:rPr lang="en-CA" sz="1800" dirty="0" smtClean="0"/>
              <a:t>fuel and metal nitrate</a:t>
            </a:r>
            <a:endParaRPr lang="en-CA" sz="1800" dirty="0"/>
          </a:p>
        </p:txBody>
      </p:sp>
      <p:sp>
        <p:nvSpPr>
          <p:cNvPr id="12" name="Textfeld 11"/>
          <p:cNvSpPr txBox="1"/>
          <p:nvPr/>
        </p:nvSpPr>
        <p:spPr>
          <a:xfrm>
            <a:off x="4558347" y="3447771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1800" dirty="0" smtClean="0"/>
              <a:t>Combustion </a:t>
            </a:r>
            <a:endParaRPr lang="en-CA" sz="1800" dirty="0"/>
          </a:p>
        </p:txBody>
      </p:sp>
      <p:sp>
        <p:nvSpPr>
          <p:cNvPr id="13" name="Textfeld 12"/>
          <p:cNvSpPr txBox="1"/>
          <p:nvPr/>
        </p:nvSpPr>
        <p:spPr>
          <a:xfrm>
            <a:off x="7292132" y="3429290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1800" dirty="0" smtClean="0"/>
              <a:t>Calcination  </a:t>
            </a:r>
            <a:endParaRPr lang="en-CA" sz="1800" dirty="0"/>
          </a:p>
        </p:txBody>
      </p:sp>
      <p:sp>
        <p:nvSpPr>
          <p:cNvPr id="14" name="Pfeil nach rechts 13"/>
          <p:cNvSpPr/>
          <p:nvPr/>
        </p:nvSpPr>
        <p:spPr>
          <a:xfrm>
            <a:off x="3501544" y="2106291"/>
            <a:ext cx="838357" cy="4245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Pfeil nach rechts 14"/>
          <p:cNvSpPr/>
          <p:nvPr/>
        </p:nvSpPr>
        <p:spPr>
          <a:xfrm>
            <a:off x="6016211" y="2093685"/>
            <a:ext cx="838357" cy="4245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Textfeld 15"/>
          <p:cNvSpPr txBox="1"/>
          <p:nvPr/>
        </p:nvSpPr>
        <p:spPr>
          <a:xfrm>
            <a:off x="4092240" y="773945"/>
            <a:ext cx="3324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/>
              <a:t>Solution combustion </a:t>
            </a:r>
            <a:endParaRPr lang="en-CA" b="1" dirty="0"/>
          </a:p>
        </p:txBody>
      </p:sp>
      <p:pic>
        <p:nvPicPr>
          <p:cNvPr id="18" name="Grafik 17"/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49" y="4037547"/>
            <a:ext cx="2840301" cy="2840301"/>
          </a:xfrm>
          <a:prstGeom prst="rect">
            <a:avLst/>
          </a:prstGeom>
        </p:spPr>
      </p:pic>
      <p:sp>
        <p:nvSpPr>
          <p:cNvPr id="19" name="Textfeld 18"/>
          <p:cNvSpPr txBox="1"/>
          <p:nvPr/>
        </p:nvSpPr>
        <p:spPr>
          <a:xfrm>
            <a:off x="1355869" y="6401727"/>
            <a:ext cx="241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1800" dirty="0" smtClean="0"/>
              <a:t>Conventional heating </a:t>
            </a:r>
          </a:p>
          <a:p>
            <a:pPr algn="ctr"/>
            <a:r>
              <a:rPr lang="en-CA" sz="1800" dirty="0" smtClean="0"/>
              <a:t>in autoclaves </a:t>
            </a:r>
            <a:endParaRPr lang="en-CA" sz="1800" dirty="0"/>
          </a:p>
        </p:txBody>
      </p:sp>
      <p:sp>
        <p:nvSpPr>
          <p:cNvPr id="20" name="Textfeld 19"/>
          <p:cNvSpPr txBox="1"/>
          <p:nvPr/>
        </p:nvSpPr>
        <p:spPr>
          <a:xfrm>
            <a:off x="3908696" y="4052118"/>
            <a:ext cx="3692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/>
              <a:t>Hydrothermal synthesis</a:t>
            </a:r>
            <a:endParaRPr lang="en-CA" b="1" dirty="0"/>
          </a:p>
        </p:txBody>
      </p:sp>
      <p:pic>
        <p:nvPicPr>
          <p:cNvPr id="21" name="Grafik 20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148" y="4062831"/>
            <a:ext cx="2820496" cy="2820496"/>
          </a:xfrm>
          <a:prstGeom prst="rect">
            <a:avLst/>
          </a:prstGeom>
        </p:spPr>
      </p:pic>
      <p:sp>
        <p:nvSpPr>
          <p:cNvPr id="22" name="Pfeil nach rechts 21"/>
          <p:cNvSpPr/>
          <p:nvPr/>
        </p:nvSpPr>
        <p:spPr>
          <a:xfrm>
            <a:off x="3503822" y="5359185"/>
            <a:ext cx="838357" cy="4245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Textfeld 23"/>
          <p:cNvSpPr txBox="1"/>
          <p:nvPr/>
        </p:nvSpPr>
        <p:spPr>
          <a:xfrm>
            <a:off x="4544411" y="6456820"/>
            <a:ext cx="1685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1800" dirty="0" smtClean="0"/>
              <a:t>Centrifugation </a:t>
            </a:r>
          </a:p>
          <a:p>
            <a:pPr algn="ctr"/>
            <a:r>
              <a:rPr lang="en-CA" sz="1800" dirty="0" smtClean="0"/>
              <a:t>and washing  </a:t>
            </a:r>
            <a:endParaRPr lang="en-CA" sz="1800" dirty="0"/>
          </a:p>
        </p:txBody>
      </p:sp>
      <p:pic>
        <p:nvPicPr>
          <p:cNvPr id="25" name="Grafik 24"/>
          <p:cNvPicPr>
            <a:picLocks noChangeAspect="1"/>
          </p:cNvPicPr>
          <p:nvPr/>
        </p:nvPicPr>
        <p:blipFill>
          <a:blip r:embed="rId7" cstate="hq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035" y="4218613"/>
            <a:ext cx="2372908" cy="2372908"/>
          </a:xfrm>
          <a:prstGeom prst="rect">
            <a:avLst/>
          </a:prstGeom>
        </p:spPr>
      </p:pic>
      <p:sp>
        <p:nvSpPr>
          <p:cNvPr id="26" name="Pfeil nach rechts 25"/>
          <p:cNvSpPr/>
          <p:nvPr/>
        </p:nvSpPr>
        <p:spPr>
          <a:xfrm rot="10800000">
            <a:off x="6038239" y="5317578"/>
            <a:ext cx="838357" cy="4245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Textfeld 28"/>
          <p:cNvSpPr txBox="1"/>
          <p:nvPr/>
        </p:nvSpPr>
        <p:spPr>
          <a:xfrm>
            <a:off x="7189905" y="6425867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1800" dirty="0" smtClean="0"/>
              <a:t>Microwave assisted </a:t>
            </a:r>
          </a:p>
          <a:p>
            <a:pPr algn="ctr"/>
            <a:r>
              <a:rPr lang="en-CA" sz="1800" dirty="0" smtClean="0"/>
              <a:t>synthesis </a:t>
            </a:r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197608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696EC4-B4CF-4701-AD06-A8439D6D8E1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571" y="1325663"/>
            <a:ext cx="6618016" cy="495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244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696EC4-B4CF-4701-AD06-A8439D6D8E1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515" y="1526934"/>
            <a:ext cx="6051959" cy="455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87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696EC4-B4CF-4701-AD06-A8439D6D8E12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5" name="Diagramm 4"/>
          <p:cNvGraphicFramePr/>
          <p:nvPr>
            <p:extLst>
              <p:ext uri="{D42A27DB-BD31-4B8C-83A1-F6EECF244321}">
                <p14:modId xmlns:p14="http://schemas.microsoft.com/office/powerpoint/2010/main" val="490534918"/>
              </p:ext>
            </p:extLst>
          </p:nvPr>
        </p:nvGraphicFramePr>
        <p:xfrm>
          <a:off x="-653145" y="-1858297"/>
          <a:ext cx="17908758" cy="11208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964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696EC4-B4CF-4701-AD06-A8439D6D8E12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9800" y="-2176758"/>
            <a:ext cx="17911600" cy="1121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4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696EC4-B4CF-4701-AD06-A8439D6D8E1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2"/>
          <a:srcRect l="15582" r="15899"/>
          <a:stretch/>
        </p:blipFill>
        <p:spPr>
          <a:xfrm>
            <a:off x="1364342" y="-1173879"/>
            <a:ext cx="9419771" cy="920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560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899975" y="2985671"/>
            <a:ext cx="3053400" cy="767748"/>
          </a:xfrm>
        </p:spPr>
        <p:txBody>
          <a:bodyPr/>
          <a:lstStyle/>
          <a:p>
            <a:r>
              <a:rPr lang="en-CA" dirty="0" smtClean="0"/>
              <a:t>Discussions </a:t>
            </a:r>
            <a:endParaRPr lang="en-CA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696EC4-B4CF-4701-AD06-A8439D6D8E1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740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DUVOTEPROXYACTIVE" val="0"/>
  <p:tag name="EDUVOTEID" val="schirin.hanf@kit.edu"/>
  <p:tag name="EDUVOTEPWD" val="YXxhZ"/>
  <p:tag name="EDUVOTEONLYONEVOTE" val="0"/>
  <p:tag name="EDUVOTECATCHNEXT" val="1"/>
</p:tagLst>
</file>

<file path=ppt/theme/theme1.xml><?xml version="1.0" encoding="utf-8"?>
<a:theme xmlns:a="http://schemas.openxmlformats.org/drawingml/2006/main" name="Folienmaster_Fächer">
  <a:themeElements>
    <a:clrScheme name="KIT FARBEN">
      <a:dk1>
        <a:sysClr val="windowText" lastClr="000000"/>
      </a:dk1>
      <a:lt1>
        <a:sysClr val="window" lastClr="FFFFFF"/>
      </a:lt1>
      <a:dk2>
        <a:srgbClr val="009682"/>
      </a:dk2>
      <a:lt2>
        <a:srgbClr val="D9D9D9"/>
      </a:lt2>
      <a:accent1>
        <a:srgbClr val="4664AA"/>
      </a:accent1>
      <a:accent2>
        <a:srgbClr val="23A1E0"/>
      </a:accent2>
      <a:accent3>
        <a:srgbClr val="8CB63C"/>
      </a:accent3>
      <a:accent4>
        <a:srgbClr val="A3107C"/>
      </a:accent4>
      <a:accent5>
        <a:srgbClr val="DF9B1B"/>
      </a:accent5>
      <a:accent6>
        <a:srgbClr val="FCE500"/>
      </a:accent6>
      <a:hlink>
        <a:srgbClr val="4664AA"/>
      </a:hlink>
      <a:folHlink>
        <a:srgbClr val="A22223"/>
      </a:folHlink>
    </a:clrScheme>
    <a:fontScheme name="Essenz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ign1" id="{D385F135-4BB1-4144-883F-BD663B3FA4BF}" vid="{9BD07EEE-6672-4655-8F7E-3FE0E154673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61</Words>
  <Application>Microsoft Office PowerPoint</Application>
  <PresentationFormat>Breitbild</PresentationFormat>
  <Paragraphs>42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Wingdings</vt:lpstr>
      <vt:lpstr>Folienmaster_Fächer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Discussions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Franzi</dc:creator>
  <cp:lastModifiedBy>Arjun</cp:lastModifiedBy>
  <cp:revision>951</cp:revision>
  <dcterms:created xsi:type="dcterms:W3CDTF">2017-12-07T14:50:50Z</dcterms:created>
  <dcterms:modified xsi:type="dcterms:W3CDTF">2026-08-07T05:55:06Z</dcterms:modified>
</cp:coreProperties>
</file>